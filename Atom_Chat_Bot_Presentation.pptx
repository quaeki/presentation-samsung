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0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FFE4E-A72F-4F8D-8ADC-B790C2630893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D8004-D0E1-4378-97D6-661CAFEE8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03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D8004-D0E1-4378-97D6-661CAFEE8A1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988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Мобильный телефон, логотип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AE8BB35-4C07-DF33-7B09-083BE8B12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377" y="273535"/>
            <a:ext cx="4232772" cy="6351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47C28E-65D8-F49A-AC37-49181E01A0B7}"/>
              </a:ext>
            </a:extLst>
          </p:cNvPr>
          <p:cNvSpPr txBox="1"/>
          <p:nvPr/>
        </p:nvSpPr>
        <p:spPr>
          <a:xfrm>
            <a:off x="845575" y="442452"/>
            <a:ext cx="44933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ATOM</a:t>
            </a:r>
            <a:endParaRPr lang="ru-RU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C616B-C9C4-F31C-CB83-157756138705}"/>
              </a:ext>
            </a:extLst>
          </p:cNvPr>
          <p:cNvSpPr txBox="1"/>
          <p:nvPr/>
        </p:nvSpPr>
        <p:spPr>
          <a:xfrm>
            <a:off x="845575" y="1248697"/>
            <a:ext cx="44933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Искусственный интеллект всегда с тобой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59114-20AE-0193-7D3B-32530D8E656A}"/>
              </a:ext>
            </a:extLst>
          </p:cNvPr>
          <p:cNvSpPr txBox="1"/>
          <p:nvPr/>
        </p:nvSpPr>
        <p:spPr>
          <a:xfrm>
            <a:off x="202019" y="5018567"/>
            <a:ext cx="49802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Курицын Антон</a:t>
            </a:r>
            <a:endParaRPr lang="en-US" sz="3200" b="1" dirty="0">
              <a:solidFill>
                <a:schemeClr val="bg1"/>
              </a:solidFill>
            </a:endParaRPr>
          </a:p>
          <a:p>
            <a:r>
              <a:rPr lang="ru-RU" sz="3200" b="1" dirty="0">
                <a:solidFill>
                  <a:schemeClr val="bg1"/>
                </a:solidFill>
              </a:rPr>
              <a:t>Поздняков Максим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767F1-ACF6-6B03-53E9-005690AE7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О НАС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305E19-122B-E98C-0E7E-DC3E505C7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Наш проект показывает то, чему мы научились в </a:t>
            </a:r>
            <a:r>
              <a:rPr lang="en-US" dirty="0">
                <a:solidFill>
                  <a:schemeClr val="bg1"/>
                </a:solidFill>
              </a:rPr>
              <a:t>Samsung Academy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Наше приложение построено с помощью фреймворка </a:t>
            </a:r>
            <a:r>
              <a:rPr lang="en-US" dirty="0">
                <a:solidFill>
                  <a:schemeClr val="bg1"/>
                </a:solidFill>
              </a:rPr>
              <a:t>Jetpack,  </a:t>
            </a:r>
            <a:r>
              <a:rPr lang="ru-RU" dirty="0">
                <a:solidFill>
                  <a:schemeClr val="bg1"/>
                </a:solidFill>
              </a:rPr>
              <a:t>за работу с сетью отвечает </a:t>
            </a:r>
            <a:r>
              <a:rPr lang="en-US" dirty="0">
                <a:solidFill>
                  <a:schemeClr val="bg1"/>
                </a:solidFill>
              </a:rPr>
              <a:t>Retrofit, </a:t>
            </a:r>
            <a:r>
              <a:rPr lang="ru-RU" dirty="0">
                <a:solidFill>
                  <a:schemeClr val="bg1"/>
                </a:solidFill>
              </a:rPr>
              <a:t>основой всего является </a:t>
            </a:r>
            <a:r>
              <a:rPr lang="en-US" dirty="0">
                <a:solidFill>
                  <a:schemeClr val="bg1"/>
                </a:solidFill>
              </a:rPr>
              <a:t>clean architecture </a:t>
            </a:r>
            <a:r>
              <a:rPr lang="ru-RU" dirty="0">
                <a:solidFill>
                  <a:schemeClr val="bg1"/>
                </a:solidFill>
              </a:rPr>
              <a:t>и паттерн </a:t>
            </a:r>
            <a:r>
              <a:rPr lang="en-US" dirty="0">
                <a:solidFill>
                  <a:schemeClr val="bg1"/>
                </a:solidFill>
              </a:rPr>
              <a:t>MVP 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246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048D6-77C8-6624-6D47-BC83A1AA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Конкуренты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5B5CDF-087A-BC37-31D1-83B5A70CFD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ChatOn</a:t>
            </a:r>
            <a:endParaRPr lang="ru-BY" dirty="0"/>
          </a:p>
        </p:txBody>
      </p:sp>
      <p:pic>
        <p:nvPicPr>
          <p:cNvPr id="6" name="Объект 5" descr="Изображение выглядит как Шрифт, Графика, логотип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F4DAF3-E9ED-FF3B-0CC5-DA6D80DF22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19895"/>
          <a:stretch>
            <a:fillRect/>
          </a:stretch>
        </p:blipFill>
        <p:spPr>
          <a:xfrm>
            <a:off x="352055" y="1600200"/>
            <a:ext cx="3784600" cy="813392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204973-BC23-B293-796F-DFCAE12B2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2" y="1417638"/>
            <a:ext cx="1638300" cy="12319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C32FBF-3DED-45CD-3D2D-C365D5421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064" y="1455738"/>
            <a:ext cx="1739900" cy="11557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BC177BC-9A2D-0559-A806-C379AC776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789" y="2895600"/>
            <a:ext cx="1905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7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6078E6-DA32-5596-C37E-319B06D2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Architecture</a:t>
            </a:r>
            <a:endParaRPr lang="ru-BY" dirty="0"/>
          </a:p>
        </p:txBody>
      </p:sp>
      <p:pic>
        <p:nvPicPr>
          <p:cNvPr id="6" name="Объект 5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57E9F17-3009-C00B-5468-9198C7788D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67366" y="1600199"/>
            <a:ext cx="2074733" cy="4525963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448D06F7-A010-3BCC-0529-7293F9F639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57217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1B673-AF2E-7E82-14F8-132779C5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</a:t>
            </a:r>
            <a:r>
              <a:rPr lang="en-US" dirty="0"/>
              <a:t>View</a:t>
            </a:r>
            <a:endParaRPr lang="ru-BY" dirty="0"/>
          </a:p>
        </p:txBody>
      </p:sp>
      <p:pic>
        <p:nvPicPr>
          <p:cNvPr id="6" name="Объект 5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A17218-EA8C-C0F7-A8A3-1193FD9756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28900" y="1679417"/>
            <a:ext cx="4038600" cy="4027287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43A4A42E-478D-DC53-AC0D-D06E6C9956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7751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CFF72-8BC1-A0A3-65BF-02192D5E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запросов и ответов от нейросети</a:t>
            </a:r>
            <a:endParaRPr lang="ru-BY" dirty="0"/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FD876B-8CEB-6058-718B-8BBFBD997D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b="10224"/>
          <a:stretch>
            <a:fillRect/>
          </a:stretch>
        </p:blipFill>
        <p:spPr>
          <a:xfrm>
            <a:off x="2339163" y="2328163"/>
            <a:ext cx="4038600" cy="1839800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66B58D6C-0907-F78C-4E6A-87E96380C3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31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932F7-12E2-709B-EAD0-2B8490D3F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Экраны нашего приложения</a:t>
            </a:r>
          </a:p>
        </p:txBody>
      </p:sp>
      <p:pic>
        <p:nvPicPr>
          <p:cNvPr id="13" name="Объект 1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A9C6DF-6F10-AEC3-F70B-B42518A3F3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73996" y="1600200"/>
            <a:ext cx="1987008" cy="4525963"/>
          </a:xfrm>
        </p:spPr>
      </p:pic>
      <p:pic>
        <p:nvPicPr>
          <p:cNvPr id="11" name="Объект 10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C94D11-F65B-74C5-1F45-3571B01878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82996" y="1600200"/>
            <a:ext cx="1987008" cy="4525963"/>
          </a:xfrm>
        </p:spPr>
      </p:pic>
    </p:spTree>
    <p:extLst>
      <p:ext uri="{BB962C8B-B14F-4D97-AF65-F5344CB8AC3E}">
        <p14:creationId xmlns:p14="http://schemas.microsoft.com/office/powerpoint/2010/main" val="856136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4A556-27A3-D290-7743-33A6F2EC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4400" dirty="0"/>
              <a:t>Ссылка на </a:t>
            </a:r>
            <a:r>
              <a:rPr lang="en-US" sz="4400" dirty="0"/>
              <a:t>Git </a:t>
            </a:r>
            <a:endParaRPr lang="ru-RU" sz="4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C81B06-193C-D0C3-CBB9-413170E7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C8B0BB-35C3-859E-4710-AD5FBF6E59F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31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65</Words>
  <Application>Microsoft Macintosh PowerPoint</Application>
  <PresentationFormat>Экран (4:3)</PresentationFormat>
  <Paragraphs>17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</vt:lpstr>
      <vt:lpstr>Arial Black</vt:lpstr>
      <vt:lpstr>Calibri</vt:lpstr>
      <vt:lpstr>Office Theme</vt:lpstr>
      <vt:lpstr>Презентация PowerPoint</vt:lpstr>
      <vt:lpstr>О НАС</vt:lpstr>
      <vt:lpstr>Конкуренты</vt:lpstr>
      <vt:lpstr>Clean Architecture</vt:lpstr>
      <vt:lpstr>Реализация View</vt:lpstr>
      <vt:lpstr>Реализация запросов и ответов от нейросети</vt:lpstr>
      <vt:lpstr>Экраны нашего приложения</vt:lpstr>
      <vt:lpstr>Ссылка на Git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Антон Курицын</cp:lastModifiedBy>
  <cp:revision>7</cp:revision>
  <dcterms:created xsi:type="dcterms:W3CDTF">2013-01-27T09:14:16Z</dcterms:created>
  <dcterms:modified xsi:type="dcterms:W3CDTF">2025-05-30T09:29:11Z</dcterms:modified>
  <cp:category/>
</cp:coreProperties>
</file>